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1" r:id="rId6"/>
    <p:sldId id="260"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0588" autoAdjust="0"/>
  </p:normalViewPr>
  <p:slideViewPr>
    <p:cSldViewPr snapToGrid="0" snapToObjects="1">
      <p:cViewPr varScale="1">
        <p:scale>
          <a:sx n="77" d="100"/>
          <a:sy n="77" d="100"/>
        </p:scale>
        <p:origin x="1618"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6658-4949-BBB5-4583D324FD0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2721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(e.g. @SpringBootApplication etc.),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txBody>
          <a:bodyPr/>
          <a:lstStyle/>
          <a:p>
            <a:endParaRPr lang="en-US"/>
          </a:p>
        </p:txBody>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txBody>
          <a:bodyPr/>
          <a:lstStyle/>
          <a:p>
            <a:endParaRPr lang="en-US"/>
          </a:p>
        </p:txBody>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txBody>
          <a:bodyPr/>
          <a:lstStyle/>
          <a:p>
            <a:endParaRPr lang="en-US"/>
          </a:p>
        </p:txBody>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539218" cy="2651760"/>
          </a:xfrm>
          <a:prstGeom prst="rect">
            <a:avLst/>
          </a:prstGeom>
          <a:solidFill>
            <a:srgbClr val="F8FAFC"/>
          </a:solidFill>
          <a:ln w="9525">
            <a:solidFill>
              <a:srgbClr val="E2E8F0"/>
            </a:solidFill>
            <a:prstDash val="solid"/>
          </a:ln>
        </p:spPr>
        <p:txBody>
          <a:bodyPr/>
          <a:lstStyle/>
          <a:p>
            <a:endParaRPr lang="en-US"/>
          </a:p>
        </p:txBody>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txBody>
          <a:bodyPr/>
          <a:lstStyle/>
          <a:p>
            <a:endParaRPr lang="en-US"/>
          </a:p>
        </p:txBody>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txBody>
          <a:bodyPr/>
          <a:lstStyle/>
          <a:p>
            <a:endParaRPr lang="en-US"/>
          </a:p>
        </p:txBody>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txBody>
          <a:bodyPr/>
          <a:lstStyle/>
          <a:p>
            <a:endParaRPr lang="en-US"/>
          </a:p>
        </p:txBody>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txBody>
          <a:bodyPr/>
          <a:lstStyle/>
          <a:p>
            <a:endParaRPr lang="en-US"/>
          </a:p>
        </p:txBody>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txBody>
          <a:bodyPr/>
          <a:lstStyle/>
          <a:p>
            <a:endParaRPr lang="en-US"/>
          </a:p>
        </p:txBody>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txBody>
          <a:bodyPr/>
          <a:lstStyle/>
          <a:p>
            <a:endParaRPr lang="en-US"/>
          </a:p>
        </p:txBody>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txBody>
          <a:bodyPr/>
          <a:lstStyle/>
          <a:p>
            <a:endParaRPr lang="en-US"/>
          </a:p>
        </p:txBody>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txBody>
          <a:bodyPr/>
          <a:lstStyle/>
          <a:p>
            <a:endParaRPr lang="en-US"/>
          </a:p>
        </p:txBody>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txBody>
          <a:bodyPr/>
          <a:lstStyle/>
          <a:p>
            <a:endParaRPr lang="en-US"/>
          </a:p>
        </p:txBody>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txBody>
          <a:bodyPr/>
          <a:lstStyle/>
          <a:p>
            <a:endParaRPr lang="en-US"/>
          </a:p>
        </p:txBody>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txBody>
          <a:bodyPr/>
          <a:lstStyle/>
          <a:p>
            <a:endParaRPr lang="en-US"/>
          </a:p>
        </p:txBody>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txBody>
          <a:bodyPr/>
          <a:lstStyle/>
          <a:p>
            <a:endParaRPr lang="en-US"/>
          </a:p>
        </p:txBody>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txBody>
          <a:bodyPr/>
          <a:lstStyle/>
          <a:p>
            <a:endParaRPr lang="en-US"/>
          </a:p>
        </p:txBody>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txBody>
          <a:bodyPr/>
          <a:lstStyle/>
          <a:p>
            <a:endParaRPr lang="en-US"/>
          </a:p>
        </p:txBody>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Structural class metrics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txBody>
          <a:bodyPr/>
          <a:lstStyle/>
          <a:p>
            <a:endParaRPr lang="en-US"/>
          </a:p>
        </p:txBody>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Six structural metrics</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structural metrics computed from its AST:</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txBody>
          <a:bodyPr/>
          <a:lstStyle/>
          <a:p>
            <a:endParaRPr lang="en-US"/>
          </a:p>
        </p:txBody>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txBody>
          <a:bodyPr/>
          <a:lstStyle/>
          <a:p>
            <a:endParaRPr lang="en-US"/>
          </a:p>
        </p:txBody>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txBody>
          <a:bodyPr/>
          <a:lstStyle/>
          <a:p>
            <a:endParaRPr lang="en-US"/>
          </a:p>
        </p:txBody>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txBody>
          <a:bodyPr/>
          <a:lstStyle/>
          <a:p>
            <a:endParaRPr lang="en-US"/>
          </a:p>
        </p:txBody>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193995"/>
            <a:ext cx="4114800" cy="283464"/>
          </a:xfrm>
          <a:prstGeom prst="rect">
            <a:avLst/>
          </a:prstGeom>
          <a:solidFill>
            <a:srgbClr val="F8FAFC"/>
          </a:solidFill>
          <a:ln w="6350">
            <a:solidFill>
              <a:srgbClr val="E2E8F0"/>
            </a:solidFill>
            <a:prstDash val="solid"/>
          </a:ln>
        </p:spPr>
        <p:txBody>
          <a:bodyPr/>
          <a:lstStyle/>
          <a:p>
            <a:endParaRPr lang="en-US"/>
          </a:p>
        </p:txBody>
      </p:sp>
      <p:sp>
        <p:nvSpPr>
          <p:cNvPr id="5" name="Text 3"/>
          <p:cNvSpPr/>
          <p:nvPr/>
        </p:nvSpPr>
        <p:spPr>
          <a:xfrm>
            <a:off x="502920" y="1193995"/>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193995"/>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193995"/>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509463"/>
            <a:ext cx="4114800" cy="283464"/>
          </a:xfrm>
          <a:prstGeom prst="rect">
            <a:avLst/>
          </a:prstGeom>
          <a:solidFill>
            <a:srgbClr val="F8FAFC"/>
          </a:solidFill>
          <a:ln w="6350">
            <a:solidFill>
              <a:srgbClr val="E2E8F0"/>
            </a:solidFill>
            <a:prstDash val="solid"/>
          </a:ln>
        </p:spPr>
        <p:txBody>
          <a:bodyPr/>
          <a:lstStyle/>
          <a:p>
            <a:endParaRPr lang="en-US"/>
          </a:p>
        </p:txBody>
      </p:sp>
      <p:sp>
        <p:nvSpPr>
          <p:cNvPr id="9" name="Text 7"/>
          <p:cNvSpPr/>
          <p:nvPr/>
        </p:nvSpPr>
        <p:spPr>
          <a:xfrm>
            <a:off x="502920" y="1509463"/>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509463"/>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509463"/>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824931"/>
            <a:ext cx="4114800" cy="283464"/>
          </a:xfrm>
          <a:prstGeom prst="rect">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502920" y="1824931"/>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824931"/>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824931"/>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140399"/>
            <a:ext cx="4114800" cy="283464"/>
          </a:xfrm>
          <a:prstGeom prst="rect">
            <a:avLst/>
          </a:prstGeom>
          <a:solidFill>
            <a:srgbClr val="F8FAFC"/>
          </a:solidFill>
          <a:ln w="6350">
            <a:solidFill>
              <a:srgbClr val="E2E8F0"/>
            </a:solidFill>
            <a:prstDash val="solid"/>
          </a:ln>
        </p:spPr>
        <p:txBody>
          <a:bodyPr/>
          <a:lstStyle/>
          <a:p>
            <a:endParaRPr lang="en-US"/>
          </a:p>
        </p:txBody>
      </p:sp>
      <p:sp>
        <p:nvSpPr>
          <p:cNvPr id="17" name="Text 15"/>
          <p:cNvSpPr/>
          <p:nvPr/>
        </p:nvSpPr>
        <p:spPr>
          <a:xfrm>
            <a:off x="502920" y="2140399"/>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140399"/>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140399"/>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455867"/>
            <a:ext cx="4114800" cy="283464"/>
          </a:xfrm>
          <a:prstGeom prst="rect">
            <a:avLst/>
          </a:prstGeom>
          <a:solidFill>
            <a:srgbClr val="F8FAFC"/>
          </a:solidFill>
          <a:ln w="6350">
            <a:solidFill>
              <a:srgbClr val="E2E8F0"/>
            </a:solidFill>
            <a:prstDash val="solid"/>
          </a:ln>
        </p:spPr>
        <p:txBody>
          <a:bodyPr/>
          <a:lstStyle/>
          <a:p>
            <a:endParaRPr lang="en-US"/>
          </a:p>
        </p:txBody>
      </p:sp>
      <p:sp>
        <p:nvSpPr>
          <p:cNvPr id="21" name="Text 19"/>
          <p:cNvSpPr/>
          <p:nvPr/>
        </p:nvSpPr>
        <p:spPr>
          <a:xfrm>
            <a:off x="502920" y="2455867"/>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455867"/>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455867"/>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812483"/>
            <a:ext cx="4114800" cy="411480"/>
          </a:xfrm>
          <a:prstGeom prst="rect">
            <a:avLst/>
          </a:prstGeom>
          <a:solidFill>
            <a:srgbClr val="0F2A44"/>
          </a:solidFill>
          <a:ln w="12700">
            <a:solidFill>
              <a:srgbClr val="0F2A44"/>
            </a:solidFill>
            <a:prstDash val="solid"/>
          </a:ln>
        </p:spPr>
        <p:txBody>
          <a:bodyPr/>
          <a:lstStyle/>
          <a:p>
            <a:endParaRPr lang="en-US"/>
          </a:p>
        </p:txBody>
      </p:sp>
      <p:sp>
        <p:nvSpPr>
          <p:cNvPr id="25" name="Text 23"/>
          <p:cNvSpPr/>
          <p:nvPr/>
        </p:nvSpPr>
        <p:spPr>
          <a:xfrm>
            <a:off x="457200" y="2812483"/>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txBody>
          <a:bodyPr/>
          <a:lstStyle/>
          <a:p>
            <a:endParaRPr lang="en-US"/>
          </a:p>
        </p:txBody>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txBody>
          <a:bodyPr/>
          <a:lstStyle/>
          <a:p>
            <a:endParaRPr lang="en-US"/>
          </a:p>
        </p:txBody>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txBody>
          <a:bodyPr/>
          <a:lstStyle/>
          <a:p>
            <a:endParaRPr lang="en-US"/>
          </a:p>
        </p:txBody>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txBody>
          <a:bodyPr/>
          <a:lstStyle/>
          <a:p>
            <a:endParaRPr lang="en-US"/>
          </a:p>
        </p:txBody>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txBody>
          <a:bodyPr/>
          <a:lstStyle/>
          <a:p>
            <a:endParaRPr lang="en-US"/>
          </a:p>
        </p:txBody>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txBody>
          <a:bodyPr/>
          <a:lstStyle/>
          <a:p>
            <a:endParaRPr lang="en-US"/>
          </a:p>
        </p:txBody>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txBody>
          <a:bodyPr/>
          <a:lstStyle/>
          <a:p>
            <a:endParaRPr lang="en-US"/>
          </a:p>
        </p:txBody>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69332"/>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85032"/>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(penalty 49) clamps AP to 0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749808"/>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069848"/>
            <a:ext cx="2743200" cy="192024"/>
          </a:xfrm>
          <a:prstGeom prst="rect">
            <a:avLst/>
          </a:prstGeom>
          <a:solidFill>
            <a:srgbClr val="F8FAFC"/>
          </a:solidFill>
          <a:ln w="6350">
            <a:solidFill>
              <a:srgbClr val="E2E8F0"/>
            </a:solidFill>
            <a:prstDash val="solid"/>
          </a:ln>
        </p:spPr>
        <p:txBody>
          <a:bodyPr/>
          <a:lstStyle/>
          <a:p>
            <a:endParaRPr lang="en-US"/>
          </a:p>
        </p:txBody>
      </p:sp>
      <p:sp>
        <p:nvSpPr>
          <p:cNvPr id="6" name="Text 3"/>
          <p:cNvSpPr/>
          <p:nvPr/>
        </p:nvSpPr>
        <p:spPr>
          <a:xfrm>
            <a:off x="6126480" y="106984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06984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06984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289304"/>
            <a:ext cx="2743200" cy="192024"/>
          </a:xfrm>
          <a:prstGeom prst="rect">
            <a:avLst/>
          </a:prstGeom>
          <a:solidFill>
            <a:srgbClr val="F8FAFC"/>
          </a:solidFill>
          <a:ln w="6350">
            <a:solidFill>
              <a:srgbClr val="E2E8F0"/>
            </a:solidFill>
            <a:prstDash val="solid"/>
          </a:ln>
        </p:spPr>
        <p:txBody>
          <a:bodyPr/>
          <a:lstStyle/>
          <a:p>
            <a:endParaRPr lang="en-US"/>
          </a:p>
        </p:txBody>
      </p:sp>
      <p:sp>
        <p:nvSpPr>
          <p:cNvPr id="10" name="Text 7"/>
          <p:cNvSpPr/>
          <p:nvPr/>
        </p:nvSpPr>
        <p:spPr>
          <a:xfrm>
            <a:off x="6126480" y="128930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28930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28930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508760"/>
            <a:ext cx="2743200" cy="192024"/>
          </a:xfrm>
          <a:prstGeom prst="rect">
            <a:avLst/>
          </a:prstGeom>
          <a:solidFill>
            <a:srgbClr val="F8FAFC"/>
          </a:solidFill>
          <a:ln w="6350">
            <a:solidFill>
              <a:srgbClr val="E2E8F0"/>
            </a:solidFill>
            <a:prstDash val="solid"/>
          </a:ln>
        </p:spPr>
        <p:txBody>
          <a:bodyPr/>
          <a:lstStyle/>
          <a:p>
            <a:endParaRPr lang="en-US"/>
          </a:p>
        </p:txBody>
      </p:sp>
      <p:sp>
        <p:nvSpPr>
          <p:cNvPr id="14" name="Text 11"/>
          <p:cNvSpPr/>
          <p:nvPr/>
        </p:nvSpPr>
        <p:spPr>
          <a:xfrm>
            <a:off x="6126480" y="150876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50876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50876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728216"/>
            <a:ext cx="2743200" cy="192024"/>
          </a:xfrm>
          <a:prstGeom prst="rect">
            <a:avLst/>
          </a:prstGeom>
          <a:solidFill>
            <a:srgbClr val="F8FAFC"/>
          </a:solidFill>
          <a:ln w="6350">
            <a:solidFill>
              <a:srgbClr val="E2E8F0"/>
            </a:solidFill>
            <a:prstDash val="solid"/>
          </a:ln>
        </p:spPr>
        <p:txBody>
          <a:bodyPr/>
          <a:lstStyle/>
          <a:p>
            <a:endParaRPr lang="en-US"/>
          </a:p>
        </p:txBody>
      </p:sp>
      <p:sp>
        <p:nvSpPr>
          <p:cNvPr id="18" name="Text 15"/>
          <p:cNvSpPr/>
          <p:nvPr/>
        </p:nvSpPr>
        <p:spPr>
          <a:xfrm>
            <a:off x="6126480" y="172821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72821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72821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1947672"/>
            <a:ext cx="2743200" cy="192024"/>
          </a:xfrm>
          <a:prstGeom prst="rect">
            <a:avLst/>
          </a:prstGeom>
          <a:solidFill>
            <a:srgbClr val="F8FAFC"/>
          </a:solidFill>
          <a:ln w="6350">
            <a:solidFill>
              <a:srgbClr val="E2E8F0"/>
            </a:solidFill>
            <a:prstDash val="solid"/>
          </a:ln>
        </p:spPr>
        <p:txBody>
          <a:bodyPr/>
          <a:lstStyle/>
          <a:p>
            <a:endParaRPr lang="en-US"/>
          </a:p>
        </p:txBody>
      </p:sp>
      <p:sp>
        <p:nvSpPr>
          <p:cNvPr id="22" name="Text 19"/>
          <p:cNvSpPr/>
          <p:nvPr/>
        </p:nvSpPr>
        <p:spPr>
          <a:xfrm>
            <a:off x="6126480" y="194767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194767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194767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167128"/>
            <a:ext cx="2743200" cy="192024"/>
          </a:xfrm>
          <a:prstGeom prst="rect">
            <a:avLst/>
          </a:prstGeom>
          <a:solidFill>
            <a:srgbClr val="F8FAFC"/>
          </a:solidFill>
          <a:ln w="6350">
            <a:solidFill>
              <a:srgbClr val="E2E8F0"/>
            </a:solidFill>
            <a:prstDash val="solid"/>
          </a:ln>
        </p:spPr>
        <p:txBody>
          <a:bodyPr/>
          <a:lstStyle/>
          <a:p>
            <a:endParaRPr lang="en-US"/>
          </a:p>
        </p:txBody>
      </p:sp>
      <p:sp>
        <p:nvSpPr>
          <p:cNvPr id="26" name="Text 23"/>
          <p:cNvSpPr/>
          <p:nvPr/>
        </p:nvSpPr>
        <p:spPr>
          <a:xfrm>
            <a:off x="6126480" y="216712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16712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16712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386584"/>
            <a:ext cx="2743200" cy="192024"/>
          </a:xfrm>
          <a:prstGeom prst="rect">
            <a:avLst/>
          </a:prstGeom>
          <a:solidFill>
            <a:srgbClr val="F8FAFC"/>
          </a:solidFill>
          <a:ln w="6350">
            <a:solidFill>
              <a:srgbClr val="E2E8F0"/>
            </a:solidFill>
            <a:prstDash val="solid"/>
          </a:ln>
        </p:spPr>
        <p:txBody>
          <a:bodyPr/>
          <a:lstStyle/>
          <a:p>
            <a:endParaRPr lang="en-US"/>
          </a:p>
        </p:txBody>
      </p:sp>
      <p:sp>
        <p:nvSpPr>
          <p:cNvPr id="30" name="Text 27"/>
          <p:cNvSpPr/>
          <p:nvPr/>
        </p:nvSpPr>
        <p:spPr>
          <a:xfrm>
            <a:off x="6126480" y="238658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38658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38658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606040"/>
            <a:ext cx="2743200" cy="192024"/>
          </a:xfrm>
          <a:prstGeom prst="rect">
            <a:avLst/>
          </a:prstGeom>
          <a:solidFill>
            <a:srgbClr val="F8FAFC"/>
          </a:solidFill>
          <a:ln w="6350">
            <a:solidFill>
              <a:srgbClr val="E2E8F0"/>
            </a:solidFill>
            <a:prstDash val="solid"/>
          </a:ln>
        </p:spPr>
        <p:txBody>
          <a:bodyPr/>
          <a:lstStyle/>
          <a:p>
            <a:endParaRPr lang="en-US"/>
          </a:p>
        </p:txBody>
      </p:sp>
      <p:sp>
        <p:nvSpPr>
          <p:cNvPr id="34" name="Text 31"/>
          <p:cNvSpPr/>
          <p:nvPr/>
        </p:nvSpPr>
        <p:spPr>
          <a:xfrm>
            <a:off x="6126480" y="260604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60604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60604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825496"/>
            <a:ext cx="2743200" cy="192024"/>
          </a:xfrm>
          <a:prstGeom prst="rect">
            <a:avLst/>
          </a:prstGeom>
          <a:solidFill>
            <a:srgbClr val="F8FAFC"/>
          </a:solidFill>
          <a:ln w="6350">
            <a:solidFill>
              <a:srgbClr val="E2E8F0"/>
            </a:solidFill>
            <a:prstDash val="solid"/>
          </a:ln>
        </p:spPr>
        <p:txBody>
          <a:bodyPr/>
          <a:lstStyle/>
          <a:p>
            <a:endParaRPr lang="en-US"/>
          </a:p>
        </p:txBody>
      </p:sp>
      <p:sp>
        <p:nvSpPr>
          <p:cNvPr id="38" name="Text 35"/>
          <p:cNvSpPr/>
          <p:nvPr/>
        </p:nvSpPr>
        <p:spPr>
          <a:xfrm>
            <a:off x="6126480" y="282549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82549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82549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044952"/>
            <a:ext cx="2743200" cy="192024"/>
          </a:xfrm>
          <a:prstGeom prst="rect">
            <a:avLst/>
          </a:prstGeom>
          <a:solidFill>
            <a:srgbClr val="F8FAFC"/>
          </a:solidFill>
          <a:ln w="6350">
            <a:solidFill>
              <a:srgbClr val="E2E8F0"/>
            </a:solidFill>
            <a:prstDash val="solid"/>
          </a:ln>
        </p:spPr>
        <p:txBody>
          <a:bodyPr/>
          <a:lstStyle/>
          <a:p>
            <a:endParaRPr lang="en-US"/>
          </a:p>
        </p:txBody>
      </p:sp>
      <p:sp>
        <p:nvSpPr>
          <p:cNvPr id="42" name="Text 39"/>
          <p:cNvSpPr/>
          <p:nvPr/>
        </p:nvSpPr>
        <p:spPr>
          <a:xfrm>
            <a:off x="6126480" y="304495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04495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04495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264408"/>
            <a:ext cx="2743200" cy="192024"/>
          </a:xfrm>
          <a:prstGeom prst="rect">
            <a:avLst/>
          </a:prstGeom>
          <a:solidFill>
            <a:srgbClr val="F8FAFC"/>
          </a:solidFill>
          <a:ln w="6350">
            <a:solidFill>
              <a:srgbClr val="E2E8F0"/>
            </a:solidFill>
            <a:prstDash val="solid"/>
          </a:ln>
        </p:spPr>
        <p:txBody>
          <a:bodyPr/>
          <a:lstStyle/>
          <a:p>
            <a:endParaRPr lang="en-US"/>
          </a:p>
        </p:txBody>
      </p:sp>
      <p:sp>
        <p:nvSpPr>
          <p:cNvPr id="46" name="Text 43"/>
          <p:cNvSpPr/>
          <p:nvPr/>
        </p:nvSpPr>
        <p:spPr>
          <a:xfrm>
            <a:off x="6126480" y="326440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26440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26440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483864"/>
            <a:ext cx="2743200" cy="192024"/>
          </a:xfrm>
          <a:prstGeom prst="rect">
            <a:avLst/>
          </a:prstGeom>
          <a:solidFill>
            <a:srgbClr val="0F2A44"/>
          </a:solidFill>
          <a:ln w="6350">
            <a:solidFill>
              <a:srgbClr val="E2E8F0"/>
            </a:solidFill>
            <a:prstDash val="solid"/>
          </a:ln>
        </p:spPr>
        <p:txBody>
          <a:bodyPr/>
          <a:lstStyle/>
          <a:p>
            <a:endParaRPr lang="en-US"/>
          </a:p>
        </p:txBody>
      </p:sp>
      <p:sp>
        <p:nvSpPr>
          <p:cNvPr id="50" name="Text 47"/>
          <p:cNvSpPr/>
          <p:nvPr/>
        </p:nvSpPr>
        <p:spPr>
          <a:xfrm>
            <a:off x="6126480" y="3483864"/>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483864"/>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483864"/>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txBody>
          <a:bodyPr/>
          <a:lstStyle/>
          <a:p>
            <a:endParaRPr lang="en-US"/>
          </a:p>
        </p:txBody>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txBody>
          <a:bodyPr/>
          <a:lstStyle/>
          <a:p>
            <a:endParaRPr lang="en-US"/>
          </a:p>
        </p:txBody>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14216"/>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API Versioning Absence (37), Nano Service (23) and Hardcoded Endpoints (15)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560320"/>
            <a:ext cx="5725551" cy="2116836"/>
          </a:xfrm>
          <a:prstGeom prst="rect">
            <a:avLst/>
          </a:prstGeom>
          <a:solidFill>
            <a:srgbClr val="1C4E80"/>
          </a:solidFill>
          <a:ln w="12700">
            <a:solidFill>
              <a:srgbClr val="1C4E80"/>
            </a:solidFill>
            <a:prstDash val="solid"/>
          </a:ln>
        </p:spPr>
        <p:txBody>
          <a:bodyPr/>
          <a:lstStyle/>
          <a:p>
            <a:endParaRPr lang="en-US"/>
          </a:p>
        </p:txBody>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1372515"/>
            <a:ext cx="4023360" cy="2742286"/>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66344" y="1372514"/>
            <a:ext cx="45719" cy="2742287"/>
          </a:xfrm>
          <a:prstGeom prst="rect">
            <a:avLst/>
          </a:prstGeom>
          <a:solidFill>
            <a:srgbClr val="D97706"/>
          </a:solidFill>
          <a:ln w="12700">
            <a:solidFill>
              <a:srgbClr val="D97706"/>
            </a:solidFill>
            <a:prstDash val="solid"/>
          </a:ln>
        </p:spPr>
        <p:txBody>
          <a:bodyPr/>
          <a:lstStyle/>
          <a:p>
            <a:endParaRPr lang="en-US"/>
          </a:p>
        </p:txBody>
      </p:sp>
      <p:sp>
        <p:nvSpPr>
          <p:cNvPr id="5" name="Shape 3"/>
          <p:cNvSpPr/>
          <p:nvPr/>
        </p:nvSpPr>
        <p:spPr>
          <a:xfrm>
            <a:off x="640080" y="148093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0606" y="1571456"/>
            <a:ext cx="230429" cy="230429"/>
          </a:xfrm>
          <a:prstGeom prst="rect">
            <a:avLst/>
          </a:prstGeom>
        </p:spPr>
      </p:pic>
      <p:sp>
        <p:nvSpPr>
          <p:cNvPr id="7" name="Text 4"/>
          <p:cNvSpPr/>
          <p:nvPr/>
        </p:nvSpPr>
        <p:spPr>
          <a:xfrm>
            <a:off x="1143000" y="149007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1372515"/>
            <a:ext cx="3886200" cy="2742286"/>
          </a:xfrm>
          <a:prstGeom prst="rect">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4663440" y="1372515"/>
            <a:ext cx="45719" cy="2742286"/>
          </a:xfrm>
          <a:prstGeom prst="rect">
            <a:avLst/>
          </a:prstGeom>
          <a:solidFill>
            <a:srgbClr val="0D9488"/>
          </a:solidFill>
          <a:ln w="12700">
            <a:solidFill>
              <a:srgbClr val="0D9488"/>
            </a:solidFill>
            <a:prstDash val="solid"/>
          </a:ln>
        </p:spPr>
        <p:txBody>
          <a:bodyPr/>
          <a:lstStyle/>
          <a:p>
            <a:endParaRPr lang="en-US"/>
          </a:p>
        </p:txBody>
      </p:sp>
      <p:sp>
        <p:nvSpPr>
          <p:cNvPr id="11" name="Shape 8"/>
          <p:cNvSpPr/>
          <p:nvPr/>
        </p:nvSpPr>
        <p:spPr>
          <a:xfrm>
            <a:off x="4846320" y="148093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6846" y="1571456"/>
            <a:ext cx="230429" cy="230429"/>
          </a:xfrm>
          <a:prstGeom prst="rect">
            <a:avLst/>
          </a:prstGeom>
        </p:spPr>
      </p:pic>
      <p:sp>
        <p:nvSpPr>
          <p:cNvPr id="13" name="Text 9"/>
          <p:cNvSpPr/>
          <p:nvPr/>
        </p:nvSpPr>
        <p:spPr>
          <a:xfrm>
            <a:off x="5349240" y="149007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846320" y="148093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5" name="Shape 3"/>
          <p:cNvSpPr/>
          <p:nvPr/>
        </p:nvSpPr>
        <p:spPr>
          <a:xfrm>
            <a:off x="731520" y="2342271"/>
            <a:ext cx="6035040" cy="1744394"/>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914400" y="2395025"/>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05840" y="2630659"/>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4337</Words>
  <Application>Microsoft Office PowerPoint</Application>
  <PresentationFormat>On-screen Show (16:9)</PresentationFormat>
  <Paragraphs>268</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9</cp:revision>
  <dcterms:created xsi:type="dcterms:W3CDTF">2026-06-08T07:51:27Z</dcterms:created>
  <dcterms:modified xsi:type="dcterms:W3CDTF">2026-06-08T12:48:30Z</dcterms:modified>
</cp:coreProperties>
</file>